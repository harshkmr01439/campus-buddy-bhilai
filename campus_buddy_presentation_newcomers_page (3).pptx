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CAMPUS BUDDY</a:t>
            </a:r>
          </a:p>
          <a:p>
            <a:pPr algn="l">
              <a:spcBef>
                <a:spcPts val="1000"/>
              </a:spcBef>
              <a:defRPr sz="2400">
                <a:solidFill>
                  <a:srgbClr val="DCF0E6"/>
                </a:solidFill>
                <a:latin typeface="Arial"/>
              </a:defRPr>
            </a:pPr>
            <a:r>
              <a:t>Simplifying Daily Life at College Campus</a:t>
            </a:r>
          </a:p>
          <a:p>
            <a:pPr algn="l">
              <a:spcBef>
                <a:spcPts val="40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Developed for OpenLake x MLH Hack Day - IIT Bhilai (Build with Gemma)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C3C2A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b="1" sz="2000">
                <a:solidFill>
                  <a:srgbClr val="E65F28"/>
                </a:solidFill>
                <a:latin typeface="Arial"/>
              </a:rPr>
              <a:t>•  Information Overload:</a:t>
            </a:r>
            <a:r>
              <a:rPr sz="2000">
                <a:solidFill>
                  <a:srgbClr val="1E2823"/>
                </a:solidFill>
                <a:latin typeface="Arial"/>
              </a:rPr>
              <a:t> Students struggle to track scattered notices, timetables, and uncoordinated official circulars.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E65F28"/>
                </a:solidFill>
                <a:latin typeface="Arial"/>
              </a:rPr>
              <a:t>•  Lost &amp; Found Hassles:</a:t>
            </a:r>
            <a:r>
              <a:rPr sz="2000">
                <a:solidFill>
                  <a:srgbClr val="1E2823"/>
                </a:solidFill>
                <a:latin typeface="Arial"/>
              </a:rPr>
              <a:t> Lack of a centralized or automated real-time matching system to reconnect owners with their missing items.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E65F28"/>
                </a:solidFill>
                <a:latin typeface="Arial"/>
              </a:rPr>
              <a:t>•  Mess &amp; Hostel Inefficiencies:</a:t>
            </a:r>
            <a:r>
              <a:rPr sz="2000">
                <a:solidFill>
                  <a:srgbClr val="1E2823"/>
                </a:solidFill>
                <a:latin typeface="Arial"/>
              </a:rPr>
              <a:t> Manual management often leads to long queues, unaddressed complaints, and messy scheduling details.</a:t>
            </a:r>
          </a:p>
          <a:p>
            <a:pPr>
              <a:spcAft>
                <a:spcPts val="2000"/>
              </a:spcAft>
            </a:pPr>
            <a:r>
              <a:rPr b="1" sz="2000">
                <a:solidFill>
                  <a:srgbClr val="E65F28"/>
                </a:solidFill>
                <a:latin typeface="Arial"/>
              </a:rPr>
              <a:t>•  Event Disconnection:</a:t>
            </a:r>
            <a:r>
              <a:rPr sz="2000">
                <a:solidFill>
                  <a:srgbClr val="1E2823"/>
                </a:solidFill>
                <a:latin typeface="Arial"/>
              </a:rPr>
              <a:t> Students frequently miss out on local club announcements, activities, and real-time community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C3C2A"/>
                </a:solidFill>
                <a:latin typeface="Arial"/>
              </a:defRPr>
            </a:pPr>
            <a:r>
              <a:t>Our Solution: Campus Buddy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 b="1">
                <a:solidFill>
                  <a:srgbClr val="0C3C2A"/>
                </a:solidFill>
              </a:defRPr>
            </a:pPr>
            <a:r>
              <a:t>Your Integrated Digital Campus Companion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823"/>
                </a:solidFill>
              </a:rPr>
              <a:t>✔  A unified web platform custom-built to resolve real, everyday pain points on campus.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823"/>
                </a:solidFill>
              </a:rPr>
              <a:t>✔  Bridges the communication gap between students, facility management, and campus clubs.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E2823"/>
                </a:solidFill>
              </a:rPr>
              <a:t>✔  Provides rapid access to critical tools optimized for mobile and desktop screens.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E65F28"/>
                </a:solidFill>
              </a:rPr>
              <a:t>✔  Live Deployment URL: campus-buddy-bhilai.lovable.app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C3C2A"/>
                </a:solidFill>
                <a:latin typeface="Arial"/>
              </a:defRPr>
            </a:pPr>
            <a:r>
              <a:t>Core Utilities &amp; Smart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C3C2A"/>
                </a:solidFill>
              </a:defRPr>
            </a:pPr>
            <a:r>
              <a:t>📖 Smart Noticeboard Reader</a:t>
            </a:r>
          </a:p>
          <a:p>
            <a:pPr>
              <a:defRPr sz="1600">
                <a:solidFill>
                  <a:srgbClr val="1E2823"/>
                </a:solidFill>
              </a:defRPr>
            </a:pPr>
            <a:r>
              <a:t>Aggregates messy timetables, scattered circulars, and notices into a clean, searchable index. Ensures no student misses an official academic update or schedule shift.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C3C2A"/>
                </a:solidFill>
              </a:defRPr>
            </a:pPr>
            <a:r>
              <a:t>🔍 AI Lost &amp; Found Helper</a:t>
            </a:r>
          </a:p>
          <a:p>
            <a:pPr>
              <a:defRPr sz="1600">
                <a:solidFill>
                  <a:srgbClr val="1E2823"/>
                </a:solidFill>
              </a:defRPr>
            </a:pPr>
            <a:r>
              <a:t>Intelligently cross-references uploaded photos of discovered items against text descriptions from lost logs. Automates verification to securely map items to their owners.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C3C2A"/>
                </a:solidFill>
                <a:latin typeface="Arial"/>
              </a:defRPr>
            </a:pPr>
            <a:r>
              <a:t>Operations &amp; Community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C3C2A"/>
                </a:solidFill>
              </a:defRPr>
            </a:pPr>
            <a:r>
              <a:t>🍴 Hostel, Lab &amp; Mess Manager</a:t>
            </a:r>
          </a:p>
          <a:p>
            <a:pPr>
              <a:defRPr sz="1600">
                <a:solidFill>
                  <a:srgbClr val="1E2823"/>
                </a:solidFill>
              </a:defRPr>
            </a:pPr>
            <a:r>
              <a:t>Enables smooth pipeline digital submission for maintenance complaints, dietary tracking, daily menu reviews, and lab space queues to streamline back-end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C3C2A"/>
                </a:solidFill>
              </a:defRPr>
            </a:pPr>
            <a:r>
              <a:t>📅 Club &amp; Event Coordinator</a:t>
            </a:r>
          </a:p>
          <a:p>
            <a:pPr>
              <a:defRPr sz="1600">
                <a:solidFill>
                  <a:srgbClr val="1E2823"/>
                </a:solidFill>
              </a:defRPr>
            </a:pPr>
            <a:r>
              <a:t>An open platform dashboard allowing verified campus societies and student clubs to efficiently plan, launch, broadcast, and trace attendance metrics for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C3C2A"/>
                </a:solidFill>
                <a:latin typeface="Arial"/>
              </a:defRPr>
            </a:pPr>
            <a:r>
              <a:t>The Way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800">
                <a:solidFill>
                  <a:srgbClr val="0C3C2A"/>
                </a:solidFill>
              </a:rPr>
              <a:t>🚀  Google Gemma AI Models:</a:t>
            </a:r>
            <a:r>
              <a:rPr sz="1800">
                <a:solidFill>
                  <a:srgbClr val="1E2823"/>
                </a:solidFill>
              </a:rPr>
              <a:t> Implementation of lightweight LLMs to automatically parse long-form PDFs, extract text from notice images, and generate summaries.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0C3C2A"/>
                </a:solidFill>
              </a:rPr>
              <a:t>🚀  Push &amp; Instant Notifications:</a:t>
            </a:r>
            <a:r>
              <a:rPr sz="1800">
                <a:solidFill>
                  <a:srgbClr val="1E2823"/>
                </a:solidFill>
              </a:rPr>
              <a:t> Direct mobile alerts integrated into student workflows to signal sudden calendar mutations or mess roster alterations.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0C3C2A"/>
                </a:solidFill>
              </a:rPr>
              <a:t>🚀  Actionable Analytics:</a:t>
            </a:r>
            <a:r>
              <a:rPr sz="1800">
                <a:solidFill>
                  <a:srgbClr val="1E2823"/>
                </a:solidFill>
              </a:rPr>
              <a:t> Aggregated metrics dashboard for administrative visibility regarding recurring infrastructure pain points or event turnout.</a:t>
            </a:r>
          </a:p>
          <a:p>
            <a:pPr algn="ctr">
              <a:spcBef>
                <a:spcPts val="3000"/>
              </a:spcBef>
              <a:defRPr sz="2200" b="1">
                <a:solidFill>
                  <a:srgbClr val="E65F28"/>
                </a:solidFill>
              </a:defRPr>
            </a:pPr>
            <a:r>
              <a:t>Building a smarter, connected, and hassle-free campus life!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10817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62B4E"/>
                </a:solidFill>
                <a:latin typeface="Aptos"/>
              </a:defRPr>
            </a:pPr>
            <a:r>
              <a:t>Newcomers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817352" cy="41148"/>
          </a:xfrm>
          <a:prstGeom prst="rect">
            <a:avLst/>
          </a:prstGeom>
          <a:solidFill>
            <a:srgbClr val="3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644652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B697C"/>
                </a:solidFill>
                <a:latin typeface="Aptos"/>
              </a:defRPr>
            </a:pPr>
            <a:r>
              <a:t>CAMPUS BUDDY  •  07/08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849"/>
                </a:solidFill>
                <a:latin typeface="Aptos"/>
              </a:defRPr>
            </a:pPr>
            <a:r>
              <a:t>Helping new students feel welcomed, informed, and ready for campus life.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91440" cy="1874519"/>
          </a:xfrm>
          <a:prstGeom prst="rect">
            <a:avLst/>
          </a:prstGeom>
          <a:solidFill>
            <a:srgbClr val="2D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7157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2B4E"/>
                </a:solidFill>
                <a:latin typeface="Aptos"/>
              </a:defRPr>
            </a:pPr>
            <a:r>
              <a:t>Campus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27832"/>
            <a:ext cx="2953512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B697C"/>
                </a:solidFill>
                <a:latin typeface="Aptos"/>
              </a:defRPr>
            </a:pPr>
            <a:r>
              <a:t>Gives freshers a starting point for understanding campus life and finding useful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14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514600"/>
            <a:ext cx="91440" cy="1874519"/>
          </a:xfrm>
          <a:prstGeom prst="rect">
            <a:avLst/>
          </a:prstGeom>
          <a:solidFill>
            <a:srgbClr val="3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7157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2B4E"/>
                </a:solidFill>
                <a:latin typeface="Aptos"/>
              </a:defRPr>
            </a:pPr>
            <a:r>
              <a:t>Peer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227832"/>
            <a:ext cx="2953512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B697C"/>
                </a:solidFill>
                <a:latin typeface="Aptos"/>
              </a:defRPr>
            </a:pPr>
            <a:r>
              <a:t>Encourages students to help newcomers with common questions and the transition to college.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14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514600"/>
            <a:ext cx="91440" cy="1874519"/>
          </a:xfrm>
          <a:prstGeom prst="rect">
            <a:avLst/>
          </a:prstGeom>
          <a:solidFill>
            <a:srgbClr val="2F9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7157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2B4E"/>
                </a:solidFill>
                <a:latin typeface="Aptos"/>
              </a:defRPr>
            </a:pPr>
            <a:r>
              <a:t>Easier Settling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227832"/>
            <a:ext cx="2953512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B697C"/>
                </a:solidFill>
                <a:latin typeface="Aptos"/>
              </a:defRPr>
            </a:pPr>
            <a:r>
              <a:t>Helps reduce confusion by bringing helpful guidance into one student-focused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6CBE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62B4E"/>
                </a:solidFill>
                <a:latin typeface="Aptos"/>
              </a:defRPr>
            </a:pPr>
            <a:r>
              <a:t>A supportive first experience can help new students feel more confident, connected, and comfortable asking for help.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38912"/>
            <a:ext cx="10817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62B4E"/>
                </a:solidFill>
                <a:latin typeface="Aptos"/>
              </a:defRPr>
            </a:pPr>
            <a:r>
              <a:t>Complaint &amp; Issue Reporting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817352" cy="41148"/>
          </a:xfrm>
          <a:prstGeom prst="rect">
            <a:avLst/>
          </a:prstGeom>
          <a:solidFill>
            <a:srgbClr val="3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644652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B697C"/>
                </a:solidFill>
                <a:latin typeface="Aptos"/>
              </a:defRPr>
            </a:pPr>
            <a:r>
              <a:t>CAMPUS BUDDY  •  08/08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3849"/>
                </a:solidFill>
                <a:latin typeface="Aptos"/>
              </a:defRPr>
            </a:pPr>
            <a:r>
              <a:t>A digital route for students to report campus-related issues instead of relying only on informal or manual follow-ups.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91440" cy="1874519"/>
          </a:xfrm>
          <a:prstGeom prst="rect">
            <a:avLst/>
          </a:prstGeom>
          <a:solidFill>
            <a:srgbClr val="2D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0720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2B4E"/>
                </a:solidFill>
                <a:latin typeface="Aptos"/>
              </a:defRPr>
            </a:pPr>
            <a:r>
              <a:t>Submit an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319272"/>
            <a:ext cx="2953512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B697C"/>
                </a:solidFill>
                <a:latin typeface="Aptos"/>
              </a:defRPr>
            </a:pPr>
            <a:r>
              <a:t>Students can use the complaint page as a central place to raise concerns about campus facilities or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060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06040"/>
            <a:ext cx="91440" cy="1874519"/>
          </a:xfrm>
          <a:prstGeom prst="rect">
            <a:avLst/>
          </a:prstGeom>
          <a:solidFill>
            <a:srgbClr val="32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80720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2B4E"/>
                </a:solidFill>
                <a:latin typeface="Aptos"/>
              </a:defRPr>
            </a:pPr>
            <a:r>
              <a:t>Clearer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319272"/>
            <a:ext cx="2953512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B697C"/>
                </a:solidFill>
                <a:latin typeface="Aptos"/>
              </a:defRPr>
            </a:pPr>
            <a:r>
              <a:t>A structured report can help describe the problem and make it easier for the responsible team to understand.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6060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06040"/>
            <a:ext cx="91440" cy="1874519"/>
          </a:xfrm>
          <a:prstGeom prst="rect">
            <a:avLst/>
          </a:prstGeom>
          <a:solidFill>
            <a:srgbClr val="2F9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80720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2B4E"/>
                </a:solidFill>
                <a:latin typeface="Aptos"/>
              </a:defRPr>
            </a:pPr>
            <a:r>
              <a:t>Better 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319272"/>
            <a:ext cx="2953512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B697C"/>
                </a:solidFill>
                <a:latin typeface="Aptos"/>
              </a:defRPr>
            </a:pPr>
            <a:r>
              <a:t>Digital reporting can support more organized handling of recurring concerns and service issues.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6CBE"/>
                </a:solidFill>
                <a:latin typeface="Aptos"/>
              </a:defRPr>
            </a:pPr>
            <a:r>
              <a:t>Potential 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62B4E"/>
                </a:solidFill>
                <a:latin typeface="Aptos"/>
              </a:defRPr>
            </a:pPr>
            <a:r>
              <a:t>Hostel or mess concerns  •  Lab and facility issues  •  Maintenance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2531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97C"/>
                </a:solidFill>
                <a:latin typeface="Aptos"/>
              </a:defRPr>
            </a:pPr>
            <a:r>
              <a:t>The exact status-tracking or notification features depend on what is implemented on the live website.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